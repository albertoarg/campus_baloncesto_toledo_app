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7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6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4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502920" cy="82296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82296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A2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UNIVERSIDAD POLITÉCNICA DE MADRID · ETSISI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Aplicación multiplataforma y PWA para la gestión integral de un campus de baloncesto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· Grado en Ingeniería de Software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Rodríguez González</a:t>
            </a:r>
            <a:r>
              <a:rPr lang="en-US" sz="13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Tutor: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Ramón Sánchez Couso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junio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GUION DE LA DEFENSA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840480" y="1691640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181" y="1812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y motivación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937760" y="150876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102352" y="16002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8229600" y="1691640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01" y="18123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1508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y planificación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2633472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713232" y="272491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3840480" y="2816352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1181" y="2937053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263347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del arte y tecnologías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4937760" y="2633472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5102352" y="272491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8229600" y="2816352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301" y="2937053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89320" y="263347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y funcionalidades</a:t>
            </a:r>
            <a:endParaRPr lang="en-US" sz="1550" dirty="0"/>
          </a:p>
        </p:txBody>
      </p:sp>
      <p:sp>
        <p:nvSpPr>
          <p:cNvPr id="25" name="Shape 19"/>
          <p:cNvSpPr/>
          <p:nvPr/>
        </p:nvSpPr>
        <p:spPr>
          <a:xfrm>
            <a:off x="548640" y="3758184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/>
          <p:nvPr/>
        </p:nvSpPr>
        <p:spPr>
          <a:xfrm>
            <a:off x="713232" y="384962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3840480" y="3941064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1181" y="4061765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375818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real y exportaciones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4937760" y="3758184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4"/>
          <p:cNvSpPr/>
          <p:nvPr/>
        </p:nvSpPr>
        <p:spPr>
          <a:xfrm>
            <a:off x="5102352" y="3849624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4A2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Shape 25"/>
          <p:cNvSpPr/>
          <p:nvPr/>
        </p:nvSpPr>
        <p:spPr>
          <a:xfrm>
            <a:off x="8229600" y="3941064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0301" y="4061765"/>
            <a:ext cx="261518" cy="26151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89320" y="375818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y resultados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 y motivación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entrenador del campus de baloncesto de verano de Toledo. 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la gestión se hacía con hojas de cálculo, grupos de WhatsApp y papel: información dispersa, lenta de actualizar y difícil de compartir con familias y jugadores.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49240" y="146304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14" y="1594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Hojas de cálculo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35040" y="1737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Clasificaciones manuales y propensas a errores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37744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914" y="25091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35040" y="2359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035040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y resultados perdidos entre mensajes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349240" y="329184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914" y="34235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035040" y="3566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Puntuaciones y equipos apuntados a mano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32461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«Una sola herramienta, accesible desde el móvil, la tablet o el navegador, sin instalar nada distinto en cada dispositivo.»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METAS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la gestión integral del campus en una única aplicación multiplataforma (Android, iOS y web/PWA).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49808" y="272034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285201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633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Gestionar usuarios y equipos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0876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perfiles y grupos del campus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246888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864608" y="272034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282" y="285201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633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Competiciones y rankings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62356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Estaciones, siesta, veladas y partidos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74904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749808" y="400050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41321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913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en tiempo real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508760" y="4251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en directo y estadísticas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663440" y="374904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4864608" y="400050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6282" y="413217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9136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por roles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623560" y="4251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controlado con políticas RLS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CÓMO LO HICE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Metodología y planificación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5380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Iterativa e incremental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0432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a módulo, probando cada parte al terminarla.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541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13632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13632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repositorio público.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6035040" y="1417320"/>
            <a:ext cx="502920" cy="50292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741" y="153802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56832" y="1371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 2025 – Jun 2026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656832" y="1664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diseño, desarrollo, pruebas y memoria.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54864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PLANIFICACIÓN TEMPORAL · DIAGRAMA DE GANTT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124712" y="2542032"/>
            <a:ext cx="6894576" cy="2510793"/>
          </a:xfrm>
          <a:prstGeom prst="roundRect">
            <a:avLst>
              <a:gd name="adj" fmla="val 2914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3" descr="media/gant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606040"/>
            <a:ext cx="6766560" cy="2382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QUÉ HABÍA ANTES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del arte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deportivas comerciales (TeamSnap, GameChanger…) son potentes, pero genéricas, de pago y no cubren las competiciones por estaciones, las veladas ni la siesta. Comparé también los frameworks multiplataforma y los servicios backend disponibles: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(BaaS)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42032"/>
          <a:ext cx="3931920" cy="190195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Framework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Punto clave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 a nativo · 1 base de 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Puente JS · menos fluido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WebView · rendimiento 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542032"/>
          <a:ext cx="3931920" cy="190195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Backend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Punto clave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1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· RLS · tiempo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1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· complica lo relacional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Amplify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Potente · configuración compleja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ahí salen las dos decisiones clave del proyecto: Flutter y Supabase.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DECISIONES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este stack?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79192" cy="2926080"/>
          </a:xfrm>
          <a:prstGeom prst="roundRect">
            <a:avLst>
              <a:gd name="adj" fmla="val 2048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568196" y="1828800"/>
            <a:ext cx="640080" cy="64008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815" y="19824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060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Flutter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 compila a Android, iOS y web. Frente a React Native o desarrollo nativo, máxima reutilización.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0712" y="1554480"/>
            <a:ext cx="2679192" cy="2926080"/>
          </a:xfrm>
          <a:prstGeom prst="roundRect">
            <a:avLst>
              <a:gd name="adj" fmla="val 2048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430268" y="1828800"/>
            <a:ext cx="640080" cy="64008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887" y="19824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6060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0175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gestionado (PostgreSQL, Auth, Realtime y RLS). Más control relacional que Firebase para los datos del campus.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72784" y="1554480"/>
            <a:ext cx="2679192" cy="2926080"/>
          </a:xfrm>
          <a:prstGeom prst="roundRect">
            <a:avLst>
              <a:gd name="adj" fmla="val 2048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292340" y="1828800"/>
            <a:ext cx="640080" cy="64008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959" y="19824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260604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501384" y="3017520"/>
            <a:ext cx="2221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web se instala como app y funciona sin tiendas, clave para que cualquiera la use al instante.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DISEÑO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por funcionalidades (feature-first), con la regla de dependencia hacia el dominio: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+ Riverpod (estado)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B560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6888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y modelos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7A3E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· Supabase / Cloudinary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417320"/>
            <a:ext cx="3017520" cy="3246120"/>
          </a:xfrm>
          <a:prstGeom prst="roundRect">
            <a:avLst>
              <a:gd name="adj" fmla="val 1818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8064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19933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332" y="2085564"/>
            <a:ext cx="199705" cy="1997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55080" y="1956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 / Dart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52160" y="24505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332" y="2542764"/>
            <a:ext cx="199705" cy="19970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35508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· go_router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852160" y="29077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332" y="2999964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871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852160" y="33649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332" y="3457164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55080" y="33284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Messaging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852160" y="38221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4332" y="3914364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355080" y="37856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(imágenes)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852160" y="4279392"/>
            <a:ext cx="384048" cy="38404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4332" y="4371564"/>
            <a:ext cx="199705" cy="19970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55080" y="4242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(PWA)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DATOS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datos y seguridad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331720" cy="3108960"/>
          </a:xfrm>
          <a:prstGeom prst="roundRect">
            <a:avLst>
              <a:gd name="adj" fmla="val 2353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E271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tablas en PostgreSQL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normalizado: usuarios, equipos, competiciones, partidos, veladas, estadísticas…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146304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10128" y="166878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802" y="180045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69080" y="1591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 roles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6908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Administrador, entrenador, jugador, jugador premium, familiar y visitante.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08960" y="2542032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310128" y="2747772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802" y="2879446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69080" y="26700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Level Security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06908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en la base de datos: cada rol solo ve y edita lo que le corresponde.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108960" y="3621024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3310128" y="3826764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802" y="3958438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6908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Autenticación Supabase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069080" y="40782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gestionados con tokens y trigger de alta automática.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VISIÓN GENERAL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Funcionalidades principales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25296" y="18105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304" y="196852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23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Equipos y usuarios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24912" y="15544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401568" y="18105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576" y="196852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16352" y="2523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 automática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901184" y="15544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5577840" y="18105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848" y="1968520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92624" y="2523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Competiciones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77456" y="15544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7754112" y="18105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120" y="1968520"/>
            <a:ext cx="342351" cy="34235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68896" y="2523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Partidos en directo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1546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1225296" y="34107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304" y="3568720"/>
            <a:ext cx="342351" cy="3423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4123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Estadísticas y rankings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2724912" y="31546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3401568" y="34107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9576" y="3568720"/>
            <a:ext cx="342351" cy="34235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816352" y="4123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 admin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4901184" y="31546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2"/>
          <p:cNvSpPr/>
          <p:nvPr/>
        </p:nvSpPr>
        <p:spPr>
          <a:xfrm>
            <a:off x="5577840" y="34107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5848" y="3568720"/>
            <a:ext cx="342351" cy="34235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992624" y="4123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Exportación PDF/Excel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7077456" y="315468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25"/>
          <p:cNvSpPr/>
          <p:nvPr/>
        </p:nvSpPr>
        <p:spPr>
          <a:xfrm>
            <a:off x="7754112" y="3410712"/>
            <a:ext cx="658368" cy="65836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2120" y="3568720"/>
            <a:ext cx="342351" cy="34235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168896" y="41239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Notificaciones push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DESTACADO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Equipos equilibrados con un toque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reto: </a:t>
            </a:r>
            <a:r>
              <a:rPr lang="en-US" sz="14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a los jugadores en equipos parejos para que los partidos sean competidos.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530352" cy="530352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367564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037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Algoritmo de equilibrado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496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según nivel, edad y posición para igualar la fuerza de cada equipo.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081528"/>
            <a:ext cx="530352" cy="530352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208812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Equipos de partido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8016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 aparte y excluidos del ranking de competición (is_match_team).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922776"/>
            <a:ext cx="530352" cy="530352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050060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886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o automático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8016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entrenador puede crear grupos a mano o generarlos al instante.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36792" y="1353312"/>
            <a:ext cx="2459736" cy="3172968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3" descr="media/autote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417320"/>
            <a:ext cx="2331720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COMPETICIÓN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formatos de competición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66878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8004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581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estaciones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9110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físicas y técnicas con puntuación por jornadas y clasificación general.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523744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49808" y="2729484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2861158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426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Competiciones de siesta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y eliminatorias (grupos → cuadro) con clasificación y brackets.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584448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49808" y="3790188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92186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Veladas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0325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por equipos con ganadores, pensado para las actividades de tarde-noche.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62472" y="1353312"/>
            <a:ext cx="2734056" cy="3191256"/>
          </a:xfrm>
          <a:prstGeom prst="roundRect">
            <a:avLst>
              <a:gd name="adj" fmla="val 2676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3" descr="media/bra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417320"/>
            <a:ext cx="26060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LO MÁS EXIGENTE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Partidos en directo, en tiempo real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2" y="16861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36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 Realtime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8470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WebSockets, el marcador se sincroniza al instante en todos los dispositivos.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251460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2" y="26462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96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Marcador y faltas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28072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y faltas por equipo; los partidos en juego se ven desde cualquier pantalla.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3474720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2" y="360639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456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Latencia &lt; 1 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actualizaciones llegan a los clientes suscritos en menos de un segundo.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36792" y="1307592"/>
            <a:ext cx="2459736" cy="3172968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8" name="Image 3" descr="media/score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371600"/>
            <a:ext cx="2331720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DATOS A LA VISTA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Estadísticas y exportaciones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13232" y="1572768"/>
            <a:ext cx="475488" cy="47548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1686885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36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Rankings del campus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8105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anotador, reboteador, asistente y MVP, calculados automáticamente.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2258568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13232" y="2368296"/>
            <a:ext cx="475488" cy="47548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2482413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 admin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26060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global del campus de un vistazo: personas, competiciones y comunidad.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48640" y="3054096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13232" y="3163824"/>
            <a:ext cx="475488" cy="47548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327794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12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Exportación a PDF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4015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Clasificaciones y cuadros de las competiciones de siesta, listos para imprimir.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3849624"/>
            <a:ext cx="5212080" cy="713232"/>
          </a:xfrm>
          <a:prstGeom prst="roundRect">
            <a:avLst>
              <a:gd name="adj" fmla="val 7692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713232" y="3959352"/>
            <a:ext cx="475488" cy="475488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9" y="4073469"/>
            <a:ext cx="247254" cy="247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9227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Exportación a Excel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371600" y="41970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estaciones, una hoja por grupo y puntuaciones por jornada.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199632" y="1353312"/>
            <a:ext cx="2596896" cy="3191256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6" name="Image 4" descr="media/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417320"/>
            <a:ext cx="24688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app, en producción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77824" y="1234440"/>
            <a:ext cx="2212848" cy="28254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" name="Image 0" descr="media/score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298448"/>
            <a:ext cx="2084832" cy="269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41239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Marcador en directo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65576" y="1234440"/>
            <a:ext cx="2212848" cy="28254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9" name="Image 1" descr="media/rank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298448"/>
            <a:ext cx="2084832" cy="269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92424" y="41239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Rankings del campus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53328" y="1234440"/>
            <a:ext cx="2212848" cy="28254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7E2DA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2" descr="media/bra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1298448"/>
            <a:ext cx="2084832" cy="2697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0176" y="41239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Competición de siesta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1691640" y="4645152"/>
            <a:ext cx="5760720" cy="365760"/>
          </a:xfrm>
          <a:prstGeom prst="roundRect">
            <a:avLst>
              <a:gd name="adj" fmla="val 50000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0"/>
          <p:cNvSpPr/>
          <p:nvPr/>
        </p:nvSpPr>
        <p:spPr>
          <a:xfrm>
            <a:off x="1691640" y="46451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 VIVO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campus-baloncesto.web.app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CALIDAD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49808" y="1687068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81874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manuales e incrementales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938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cada funcionalidad se probaba metiendo datos y navegando por las pantallas para validar el comportamiento.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49808" y="2747772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287944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6090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beta con entrenadores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entrenadores usaron la app con libertad y destaparon fallos que se me escapaban por conocerla demasiado.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02736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F6F2EC"/>
          </a:solidFill>
          <a:ln w="12700">
            <a:solidFill>
              <a:srgbClr val="E7E2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49808" y="3808476"/>
            <a:ext cx="548640" cy="548640"/>
          </a:xfrm>
          <a:prstGeom prst="ellipse">
            <a:avLst/>
          </a:prstGeom>
          <a:solidFill>
            <a:srgbClr val="E2711D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94015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7216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detectados y corregidos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405993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Refrescos que faltaban, límite de correos al registrar, brackets invertidos y un Excel que salía vacío.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271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RESULTADOS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F1F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cumplidos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E271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un código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355848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E271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93008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 de las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pantallas (RNF-02)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63056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7171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63056" y="16276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E271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 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00216" y="2304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actualización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tiempo real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242462"/>
            <a:ext cx="190195" cy="19019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6928" y="3154680"/>
            <a:ext cx="365760" cy="365760"/>
          </a:xfrm>
          <a:prstGeom prst="ellipse">
            <a:avLst/>
          </a:prstGeom>
          <a:solidFill>
            <a:srgbClr val="F6F2EC"/>
          </a:solidFill>
          <a:ln w="12700">
            <a:solidFill>
              <a:srgbClr val="E271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4612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31272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desplegada y en uso real (PWA + APK)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699662"/>
            <a:ext cx="190195" cy="19019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F6F2EC"/>
          </a:solidFill>
          <a:ln w="12700">
            <a:solidFill>
              <a:srgbClr val="E271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70332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5844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completa: usuarios, equipos y competiciones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66928" y="4069080"/>
            <a:ext cx="365760" cy="36576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156862"/>
            <a:ext cx="190195" cy="1901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6928" y="4069080"/>
            <a:ext cx="365760" cy="365760"/>
          </a:xfrm>
          <a:prstGeom prst="ellipse">
            <a:avLst/>
          </a:prstGeom>
          <a:solidFill>
            <a:srgbClr val="F6F2EC"/>
          </a:solidFill>
          <a:ln w="12700">
            <a:solidFill>
              <a:srgbClr val="E271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0520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51560" y="40416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y exportaciones funcionando en las 4 plataformas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66928" y="4526280"/>
            <a:ext cx="365760" cy="36576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4614062"/>
            <a:ext cx="190195" cy="19019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66928" y="4526280"/>
            <a:ext cx="365760" cy="365760"/>
          </a:xfrm>
          <a:prstGeom prst="ellipse">
            <a:avLst/>
          </a:prstGeom>
          <a:solidFill>
            <a:srgbClr val="F6F2EC"/>
          </a:solidFill>
          <a:ln w="12700">
            <a:solidFill>
              <a:srgbClr val="E271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17720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051560" y="44988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funcionales implementados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8720" y="219456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640080"/>
            <a:ext cx="502920" cy="82296"/>
          </a:xfrm>
          <a:prstGeom prst="rect">
            <a:avLst/>
          </a:prstGeom>
          <a:solidFill>
            <a:srgbClr val="E2711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82296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proyecto completo, de la idea al uso real</a:t>
            </a:r>
            <a:endParaRPr lang="en-US" sz="2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9339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47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un problema real con una sola herramienta multiplataforma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6888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tiempo real, seguridad por roles y exportación de datos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44368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5880" y="2898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el ciclo completo: análisis, diseño, desarrollo y despliegue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82296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Líneas futuras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2960" y="38221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· estadísticas integradas en el propio partido · más analíticas para el entrenador.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2296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 </a:t>
            </a:r>
            <a:r>
              <a:rPr lang="en-US" sz="14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campus-baloncesto.web.app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1169</Words>
  <Application>Microsoft Office PowerPoint</Application>
  <PresentationFormat>Presentación en pantalla (16:9)</PresentationFormat>
  <Paragraphs>207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TFG · Campus Baloncesto App</dc:title>
  <dc:subject>PptxGenJS Presentation</dc:subject>
  <dc:creator>Alberto Rodríguez González</dc:creator>
  <cp:lastModifiedBy>ALBERTO RODRIGUEZ GONZALEZ</cp:lastModifiedBy>
  <cp:revision>2</cp:revision>
  <dcterms:created xsi:type="dcterms:W3CDTF">2026-06-25T16:42:36Z</dcterms:created>
  <dcterms:modified xsi:type="dcterms:W3CDTF">2026-06-26T14:06:21Z</dcterms:modified>
</cp:coreProperties>
</file>